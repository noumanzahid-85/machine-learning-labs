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KNN Classification on Diabetes Dataset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Submitted BY</a:t>
            </a:r>
          </a:p>
          <a:p>
            <a:r>
              <a:rPr lang="en-US" dirty="0"/>
              <a:t>Abdul Haseeb</a:t>
            </a:r>
          </a:p>
          <a:p>
            <a:r>
              <a:rPr lang="en-US" dirty="0"/>
              <a:t>Nouman Zahid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diabetes presence using physiological measurements</a:t>
            </a:r>
          </a:p>
          <a:p>
            <a:r>
              <a:t>Binary classification task with 8 features</a:t>
            </a:r>
          </a:p>
          <a:p>
            <a:r>
              <a:t>Evaluate KNN performance across different k values</a:t>
            </a:r>
          </a:p>
          <a:p>
            <a:r>
              <a:t>Identify optimal neighborhood size for best accuracy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samples: 768</a:t>
            </a:r>
          </a:p>
          <a:p>
            <a:r>
              <a:t>Features: 8</a:t>
            </a:r>
          </a:p>
          <a:p>
            <a:r>
              <a:t>Target classes: 2</a:t>
            </a:r>
          </a:p>
          <a:p>
            <a:r>
              <a:t>No Diabetes: 500</a:t>
            </a:r>
          </a:p>
          <a:p>
            <a:r>
              <a:t>Diabetes: 268</a:t>
            </a:r>
          </a:p>
          <a:p>
            <a:r>
              <a:t>Features include glucose, blood pressure, BMI, age, etc.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Schema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389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t>Pregnancies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t>Glucose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t>BloodPressure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t>SkinThickness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t>Insulin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t>BMI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float64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t>DiabetesPedigreeFunction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float64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Feature types and value ranges in the diabetes 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split: 80% training, 20% testing (random_state=42)</a:t>
            </a:r>
          </a:p>
          <a:p>
            <a:r>
              <a:t>Feature standardization using StandardScaler</a:t>
            </a:r>
          </a:p>
          <a:p>
            <a:r>
              <a:t>KNN classifier with k values from 1 to 20</a:t>
            </a:r>
          </a:p>
          <a:p>
            <a:r>
              <a:t>Model selection based on highest test accuracy</a:t>
            </a:r>
          </a:p>
          <a:p>
            <a:r>
              <a:t>Performance evaluation using accuracy, precision, recall, F1-score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K-Nearest Neighbors Algorithm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Distance metric: Euclidean distance</a:t>
            </a:r>
          </a:p>
          <a:p>
            <a:endParaRPr/>
          </a:p>
          <a:p>
            <a:r>
              <a:t>d(p, q) = √[(p₁ - q₁)² + (p₂ - q₂)² + ... + (pₙ - qₙ)²]</a:t>
            </a:r>
          </a:p>
          <a:p>
            <a:endParaRPr/>
          </a:p>
          <a:p>
            <a:r>
              <a:t>Prediction: Majority vote from k nearest neighbors</a:t>
            </a:r>
          </a:p>
          <a:p>
            <a:endParaRPr/>
          </a:p>
          <a:p>
            <a:r>
              <a:t>ŷ = argmax_c ∑_{i=1}^k [yᵢ = c]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Accuracy vs K Value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768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4171">
                <a:tc>
                  <a:txBody>
                    <a:bodyPr/>
                    <a:lstStyle/>
                    <a:p>
                      <a:r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171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0.6233766233766234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171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0.6558441558441559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4171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0.7077922077922078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171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0.7012987012987013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171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0.6948051948051948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4171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0.7012987012987013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4171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0.6818181818181818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4171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0.7077922077922078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4171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0.6818181818181818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4171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0.6883116883116883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4171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0.7077922077922078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4171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0.7207792207792207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4171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0.7077922077922078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4171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0.7272727272727273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4171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0.7207792207792207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4171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0.7467532467532467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74171"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0.7532467532467533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74171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0.7597402597402597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74171">
                <a:tc>
                  <a:txBody>
                    <a:bodyPr/>
                    <a:lstStyle/>
                    <a:p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0.7597402597402597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74180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0.7597402597402597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Test accuracy for different k values (best k=18, accuracy=0.760)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Optimal k value: 18</a:t>
            </a:r>
          </a:p>
          <a:p>
            <a:r>
              <a:t>Best test accuracy: 0.760</a:t>
            </a:r>
          </a:p>
          <a:p>
            <a:r>
              <a:t>Final test accuracy: 0.760</a:t>
            </a:r>
          </a:p>
          <a:p>
            <a:r>
              <a:t>Confusion Matrix and Classification Report available</a:t>
            </a:r>
          </a:p>
          <a:p>
            <a:r>
              <a:t>Performance improves with moderate k values (avoiding overfitting)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Report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Macro Average Precision: 0.748</a:t>
            </a:r>
          </a:p>
          <a:p>
            <a:r>
              <a:t>Macro Average Recall: 0.708</a:t>
            </a:r>
          </a:p>
          <a:p>
            <a:r>
              <a:t>Macro Average F1-Score: 0.718</a:t>
            </a:r>
          </a:p>
          <a:p>
            <a:r>
              <a:t>Weighted Average F1-Score: 0.749</a:t>
            </a:r>
          </a:p>
          <a:p>
            <a:r>
              <a:t>Balanced performance across both classes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Visualization 1: {column} Distribution</a:t>
            </a:r>
            <a:endParaRPr dirty="0"/>
          </a:p>
        </p:txBody>
      </p:sp>
      <p:pic>
        <p:nvPicPr>
          <p:cNvPr id="4" name="Picture 3" descr="figur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{column} Distribution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Visualization 2: KNN Accuracy vs K Value</a:t>
            </a:r>
            <a:endParaRPr dirty="0"/>
          </a:p>
        </p:txBody>
      </p:sp>
      <p:pic>
        <p:nvPicPr>
          <p:cNvPr id="4" name="Picture 3" descr="figur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638"/>
            <a:ext cx="7315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303520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r>
              <a:rPr dirty="0"/>
              <a:t>KNN Accuracy vs K Value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Visualization 3: KNN Error Rate vs K Value</a:t>
            </a:r>
            <a:endParaRPr dirty="0"/>
          </a:p>
        </p:txBody>
      </p:sp>
      <p:pic>
        <p:nvPicPr>
          <p:cNvPr id="4" name="Picture 3" descr="figur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09396"/>
            <a:ext cx="7315200" cy="37941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303520"/>
            <a:ext cx="259423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>
              <a:rPr lang="en-US" dirty="0"/>
            </a:br>
            <a:r>
              <a:rPr dirty="0"/>
              <a:t>KNN Error Rate vs K Value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err="1"/>
              <a:t>Visualization</a:t>
            </a:r>
            <a:r>
              <a:rPr lang="fr-FR" dirty="0"/>
              <a:t> 4: Confusion Matrix (K={</a:t>
            </a:r>
            <a:r>
              <a:rPr lang="fr-FR" dirty="0" err="1"/>
              <a:t>best_k</a:t>
            </a:r>
            <a:r>
              <a:rPr lang="fr-FR" dirty="0"/>
              <a:t>})</a:t>
            </a:r>
            <a:endParaRPr dirty="0"/>
          </a:p>
        </p:txBody>
      </p:sp>
      <p:pic>
        <p:nvPicPr>
          <p:cNvPr id="4" name="Picture 3" descr="figur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19794"/>
            <a:ext cx="7315200" cy="39275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303520"/>
            <a:ext cx="299190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>
              <a:rPr lang="en-US" dirty="0"/>
            </a:br>
            <a:r>
              <a:rPr dirty="0"/>
              <a:t>Confusion Matrix (K={</a:t>
            </a:r>
            <a:r>
              <a:rPr dirty="0" err="1"/>
              <a:t>best_k</a:t>
            </a:r>
            <a:r>
              <a:rPr dirty="0"/>
              <a:t>})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Visualization 5: Actual vs Predicted Distribution</a:t>
            </a:r>
            <a:endParaRPr dirty="0"/>
          </a:p>
        </p:txBody>
      </p:sp>
      <p:pic>
        <p:nvPicPr>
          <p:cNvPr id="4" name="Picture 3" descr="figur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937" y="1509396"/>
            <a:ext cx="7315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303520"/>
            <a:ext cx="47592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br>
              <a:rPr lang="en-US" dirty="0"/>
            </a:br>
            <a:r>
              <a:rPr dirty="0"/>
              <a:t>Actual vs Predicted Distribution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and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 performance at k=18 with 76.0% accuracy</a:t>
            </a:r>
          </a:p>
          <a:p>
            <a:r>
              <a:t>Moderate k values provide good balance between bias and variance</a:t>
            </a:r>
          </a:p>
          <a:p>
            <a:r>
              <a:t>Feature standardization crucial for distance-based algorithm</a:t>
            </a:r>
          </a:p>
          <a:p>
            <a:r>
              <a:t>Class imbalance may affect sensitivity to minority class</a:t>
            </a:r>
          </a:p>
          <a:p>
            <a:r>
              <a:t>Further optimization could include feature selection or ensemble methods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scikit-learn: KNeighborsClassifier documentation</a:t>
            </a:r>
          </a:p>
          <a:p>
            <a:r>
              <a:t>scikit-learn: StandardScaler documentation</a:t>
            </a:r>
          </a:p>
          <a:p>
            <a:r>
              <a:t>Pima Indians Diabetes Database - Kaggle</a:t>
            </a:r>
          </a:p>
          <a:p>
            <a:r>
              <a:t>Machine Learning fundamentals and evaluation metrics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504</Words>
  <Application>Microsoft Office PowerPoint</Application>
  <PresentationFormat>On-screen Show (4:3)</PresentationFormat>
  <Paragraphs>145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KNN Classification on Diabetes Dataset</vt:lpstr>
      <vt:lpstr>Problem Statement</vt:lpstr>
      <vt:lpstr>Dataset Overview</vt:lpstr>
      <vt:lpstr>Dataset Schema</vt:lpstr>
      <vt:lpstr>Methodology</vt:lpstr>
      <vt:lpstr>K-Nearest Neighbors Algorithm</vt:lpstr>
      <vt:lpstr>Accuracy vs K Value</vt:lpstr>
      <vt:lpstr>Best Model Results</vt:lpstr>
      <vt:lpstr>Classification Report Summary</vt:lpstr>
      <vt:lpstr>Visualization 1: {column} Distribution</vt:lpstr>
      <vt:lpstr>Visualization 2: KNN Accuracy vs K Value</vt:lpstr>
      <vt:lpstr>Visualization 3: KNN Error Rate vs K Value</vt:lpstr>
      <vt:lpstr>Visualization 4: Confusion Matrix (K={best_k})</vt:lpstr>
      <vt:lpstr>Visualization 5: Actual vs Predicted Distribution</vt:lpstr>
      <vt:lpstr>Discussion and Insights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Nouman Zahid</cp:lastModifiedBy>
  <cp:revision>10</cp:revision>
  <dcterms:created xsi:type="dcterms:W3CDTF">2013-01-27T09:14:16Z</dcterms:created>
  <dcterms:modified xsi:type="dcterms:W3CDTF">2025-09-28T18:25:05Z</dcterms:modified>
  <cp:category/>
</cp:coreProperties>
</file>